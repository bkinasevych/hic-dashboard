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service requests per fiscal year and quarter</a:t>
            </a:r>
          </a:p>
        </p:txBody>
      </p:sp>
      <p:pic>
        <p:nvPicPr>
          <p:cNvPr descr="index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Fees committed per fiscal year</a:t>
            </a:r>
          </a:p>
        </p:txBody>
      </p:sp>
      <p:pic>
        <p:nvPicPr>
          <p:cNvPr descr="index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service requests per fiscal year by type</a:t>
            </a:r>
          </a:p>
        </p:txBody>
      </p:sp>
      <p:pic>
        <p:nvPicPr>
          <p:cNvPr descr="index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Fees committed per fiscal by type of project</a:t>
            </a:r>
          </a:p>
        </p:txBody>
      </p:sp>
      <p:pic>
        <p:nvPicPr>
          <p:cNvPr descr="index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Total fees committed in first two quarters of fiscal</a:t>
            </a:r>
          </a:p>
        </p:txBody>
      </p:sp>
      <p:pic>
        <p:nvPicPr>
          <p:cNvPr descr="index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Fees paid by project per fiscal</a:t>
            </a:r>
          </a:p>
        </p:txBody>
      </p:sp>
      <p:pic>
        <p:nvPicPr>
          <p:cNvPr descr="index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2025-11-12T17:57:26Z</dcterms:created>
  <dcterms:modified xsi:type="dcterms:W3CDTF">2025-11-12T17:57:26Z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format-pptx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